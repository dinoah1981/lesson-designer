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latin typeface="Calibri"/>
              </a:rPr>
              <a:t>Lesson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>
                <a:latin typeface="Calibri"/>
              </a:rPr>
              <a:t>Subtitle or Teacher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latin typeface="Calibri"/>
              </a:rPr>
              <a:t>Content 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latin typeface="Calibri"/>
              </a:rPr>
              <a:t>Sample bullet point content</a:t>
            </a:r>
          </a:p>
          <a:p>
            <a:pPr/>
            <a:r>
              <a:rPr sz="2000">
                <a:latin typeface="Calibri"/>
              </a:rPr>
              <a:t>Second bullet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latin typeface="Calibri"/>
              </a:rPr>
              <a:t>Activity Transition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